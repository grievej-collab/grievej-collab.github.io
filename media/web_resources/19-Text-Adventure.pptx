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4"/>
  </p:notesMasterIdLst>
  <p:sldIdLst>
    <p:sldId id="256" r:id="rId2"/>
    <p:sldId id="278" r:id="rId3"/>
    <p:sldId id="280" r:id="rId4"/>
    <p:sldId id="279" r:id="rId5"/>
    <p:sldId id="281" r:id="rId6"/>
    <p:sldId id="282" r:id="rId7"/>
    <p:sldId id="283" r:id="rId8"/>
    <p:sldId id="284" r:id="rId9"/>
    <p:sldId id="285" r:id="rId10"/>
    <p:sldId id="286" r:id="rId11"/>
    <p:sldId id="288" r:id="rId12"/>
    <p:sldId id="2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E08C"/>
    <a:srgbClr val="FF9966"/>
    <a:srgbClr val="CCFFFF"/>
    <a:srgbClr val="CEEAB0"/>
    <a:srgbClr val="FF9797"/>
    <a:srgbClr val="66FFFF"/>
    <a:srgbClr val="E1F2CE"/>
    <a:srgbClr val="118114"/>
    <a:srgbClr val="FF66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09" autoAdjust="0"/>
    <p:restoredTop sz="86055" autoAdjust="0"/>
  </p:normalViewPr>
  <p:slideViewPr>
    <p:cSldViewPr snapToGrid="0">
      <p:cViewPr varScale="1">
        <p:scale>
          <a:sx n="98" d="100"/>
          <a:sy n="98" d="100"/>
        </p:scale>
        <p:origin x="102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, Stefan" userId="881558bf-77e1-4109-9642-244265a79c16" providerId="ADAL" clId="{0D6511A5-7BB0-4B02-9C8E-45C688408AD0}"/>
    <pc:docChg chg="undo custSel modSld">
      <pc:chgData name="Scott, Stefan" userId="881558bf-77e1-4109-9642-244265a79c16" providerId="ADAL" clId="{0D6511A5-7BB0-4B02-9C8E-45C688408AD0}" dt="2021-04-27T15:27:39.387" v="24" actId="1037"/>
      <pc:docMkLst>
        <pc:docMk/>
      </pc:docMkLst>
      <pc:sldChg chg="modSp mod">
        <pc:chgData name="Scott, Stefan" userId="881558bf-77e1-4109-9642-244265a79c16" providerId="ADAL" clId="{0D6511A5-7BB0-4B02-9C8E-45C688408AD0}" dt="2021-04-27T15:26:41.477" v="1" actId="1076"/>
        <pc:sldMkLst>
          <pc:docMk/>
          <pc:sldMk cId="4171316029" sldId="279"/>
        </pc:sldMkLst>
        <pc:picChg chg="mod">
          <ac:chgData name="Scott, Stefan" userId="881558bf-77e1-4109-9642-244265a79c16" providerId="ADAL" clId="{0D6511A5-7BB0-4B02-9C8E-45C688408AD0}" dt="2021-04-27T15:26:41.477" v="1" actId="1076"/>
          <ac:picMkLst>
            <pc:docMk/>
            <pc:sldMk cId="4171316029" sldId="279"/>
            <ac:picMk id="14" creationId="{00000000-0000-0000-0000-000000000000}"/>
          </ac:picMkLst>
        </pc:picChg>
      </pc:sldChg>
      <pc:sldChg chg="modSp mod">
        <pc:chgData name="Scott, Stefan" userId="881558bf-77e1-4109-9642-244265a79c16" providerId="ADAL" clId="{0D6511A5-7BB0-4B02-9C8E-45C688408AD0}" dt="2021-04-27T15:27:39.387" v="24" actId="1037"/>
        <pc:sldMkLst>
          <pc:docMk/>
          <pc:sldMk cId="2922110213" sldId="284"/>
        </pc:sldMkLst>
        <pc:picChg chg="mod">
          <ac:chgData name="Scott, Stefan" userId="881558bf-77e1-4109-9642-244265a79c16" providerId="ADAL" clId="{0D6511A5-7BB0-4B02-9C8E-45C688408AD0}" dt="2021-04-27T15:27:39.387" v="24" actId="1037"/>
          <ac:picMkLst>
            <pc:docMk/>
            <pc:sldMk cId="2922110213" sldId="284"/>
            <ac:picMk id="3" creationId="{00000000-0000-0000-0000-000000000000}"/>
          </ac:picMkLst>
        </pc:picChg>
      </pc:sldChg>
    </pc:docChg>
  </pc:docChgLst>
  <pc:docChgLst>
    <pc:chgData name="Stefan" userId="881558bf-77e1-4109-9642-244265a79c16" providerId="ADAL" clId="{7AC4F2CE-D326-4FDA-B89D-90A8D5F716B0}"/>
    <pc:docChg chg="modSld">
      <pc:chgData name="Stefan" userId="881558bf-77e1-4109-9642-244265a79c16" providerId="ADAL" clId="{7AC4F2CE-D326-4FDA-B89D-90A8D5F716B0}" dt="2020-10-15T02:13:20.860" v="19" actId="20577"/>
      <pc:docMkLst>
        <pc:docMk/>
      </pc:docMkLst>
      <pc:sldChg chg="modSp mod">
        <pc:chgData name="Stefan" userId="881558bf-77e1-4109-9642-244265a79c16" providerId="ADAL" clId="{7AC4F2CE-D326-4FDA-B89D-90A8D5F716B0}" dt="2020-10-15T02:13:20.860" v="19" actId="20577"/>
        <pc:sldMkLst>
          <pc:docMk/>
          <pc:sldMk cId="32307003" sldId="288"/>
        </pc:sldMkLst>
        <pc:spChg chg="mod">
          <ac:chgData name="Stefan" userId="881558bf-77e1-4109-9642-244265a79c16" providerId="ADAL" clId="{7AC4F2CE-D326-4FDA-B89D-90A8D5F716B0}" dt="2020-10-15T02:13:09.495" v="8" actId="6549"/>
          <ac:spMkLst>
            <pc:docMk/>
            <pc:sldMk cId="32307003" sldId="288"/>
            <ac:spMk id="2" creationId="{00000000-0000-0000-0000-000000000000}"/>
          </ac:spMkLst>
        </pc:spChg>
        <pc:spChg chg="mod">
          <ac:chgData name="Stefan" userId="881558bf-77e1-4109-9642-244265a79c16" providerId="ADAL" clId="{7AC4F2CE-D326-4FDA-B89D-90A8D5F716B0}" dt="2020-10-15T02:13:20.860" v="19" actId="20577"/>
          <ac:spMkLst>
            <pc:docMk/>
            <pc:sldMk cId="32307003" sldId="28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64926-3DCD-436A-8A94-5A5FF6CE9FDF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20EB0-DF85-4407-B255-E5F628742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07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20EB0-DF85-4407-B255-E5F62874205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12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should be some base probability</a:t>
            </a:r>
            <a:r>
              <a:rPr lang="en-US" baseline="0" dirty="0"/>
              <a:t> of success. We figured the average high school student should have 45%. Have some fun by asking your students what they think is reasonable.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20EB0-DF85-4407-B255-E5F62874205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43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Given a base</a:t>
            </a:r>
            <a:r>
              <a:rPr lang="en-US" baseline="0" dirty="0"/>
              <a:t> chance of 45, the max possible value would be 80 and the min possible value would be -90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20EB0-DF85-4407-B255-E5F62874205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89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5375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480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811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26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1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7216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7902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4707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5833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6437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9562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4746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255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480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9889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1133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442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03FDC43-65FB-4098-9D7F-4570BC948176}" type="datetimeFigureOut">
              <a:rPr lang="en-CA" smtClean="0"/>
              <a:t>2021-04-27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43028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Computer Science 20</a:t>
            </a:r>
            <a:endParaRPr lang="en-CA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Choose your Own Adventure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29301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7457"/>
          </a:xfrm>
        </p:spPr>
        <p:txBody>
          <a:bodyPr/>
          <a:lstStyle/>
          <a:p>
            <a:r>
              <a:rPr lang="en-US" dirty="0"/>
              <a:t>Class Demo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1353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CHOOSE YOUR OWN ADVENTURE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55465" y="2217817"/>
            <a:ext cx="7795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 choose-your-own-adventure story is a narrative that has a number of possible branches, which are chosen by the user. The story changes depending on their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5464" y="3847325"/>
            <a:ext cx="7795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As a class, we will construct a simple example that utilizes logic and decision-making structures.</a:t>
            </a:r>
          </a:p>
        </p:txBody>
      </p:sp>
    </p:spTree>
    <p:extLst>
      <p:ext uri="{BB962C8B-B14F-4D97-AF65-F5344CB8AC3E}">
        <p14:creationId xmlns:p14="http://schemas.microsoft.com/office/powerpoint/2010/main" val="248087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7457"/>
          </a:xfrm>
        </p:spPr>
        <p:txBody>
          <a:bodyPr/>
          <a:lstStyle/>
          <a:p>
            <a:r>
              <a:rPr lang="en-US" dirty="0"/>
              <a:t>Planning Process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1353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FLOW CHARTS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55465" y="3005608"/>
            <a:ext cx="779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Recall that good development begins with planning processes: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5352" y="4014406"/>
            <a:ext cx="3936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Flow 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5351" y="4498500"/>
            <a:ext cx="3936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Pseudo-code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6484" y="5322632"/>
            <a:ext cx="7546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For this demo, we’ll construct a flow chart to use as a guide when building our program.</a:t>
            </a:r>
          </a:p>
        </p:txBody>
      </p:sp>
    </p:spTree>
    <p:extLst>
      <p:ext uri="{BB962C8B-B14F-4D97-AF65-F5344CB8AC3E}">
        <p14:creationId xmlns:p14="http://schemas.microsoft.com/office/powerpoint/2010/main" val="3021432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559" y="-196949"/>
            <a:ext cx="13410558" cy="1475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16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2112" y="-196949"/>
            <a:ext cx="13337664" cy="1467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83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10" y="267286"/>
            <a:ext cx="11696432" cy="1286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48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95" y="201050"/>
            <a:ext cx="11816861" cy="1299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3.33333E-6 L 0.00013 -0.17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65" y="214009"/>
            <a:ext cx="11783823" cy="1296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1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L -1.66667E-6 -0.5819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0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68" y="-5143794"/>
            <a:ext cx="11965799" cy="1316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67" y="-5143794"/>
            <a:ext cx="11965799" cy="1316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1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7.40741E-7 L -4.79167E-6 -0.1541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Probability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0987" y="1643344"/>
            <a:ext cx="8946541" cy="272494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Consider the </a:t>
            </a:r>
            <a:r>
              <a:rPr lang="en-US" b="1" dirty="0"/>
              <a:t>chance</a:t>
            </a:r>
            <a:r>
              <a:rPr lang="en-US" dirty="0"/>
              <a:t> variable. Possible Values:  -90 to +80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0 or less:	Guaranteed failure condition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Otherwise, to simulate weighted probability we could generate a random number between 0 and 99</a:t>
            </a:r>
            <a:r>
              <a:rPr lang="en-CA" dirty="0"/>
              <a:t> (100 equally likely numbers)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619250" y="4962525"/>
            <a:ext cx="8431584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46993" y="4777859"/>
            <a:ext cx="407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CA" dirty="0"/>
          </a:p>
        </p:txBody>
      </p:sp>
      <p:sp>
        <p:nvSpPr>
          <p:cNvPr id="7" name="TextBox 6"/>
          <p:cNvSpPr txBox="1"/>
          <p:nvPr/>
        </p:nvSpPr>
        <p:spPr>
          <a:xfrm>
            <a:off x="10043992" y="4780775"/>
            <a:ext cx="728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</a:t>
            </a:r>
            <a:endParaRPr lang="en-CA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619250" y="5372100"/>
            <a:ext cx="5048250" cy="0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46993" y="5187434"/>
            <a:ext cx="407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CA" dirty="0"/>
          </a:p>
        </p:txBody>
      </p:sp>
      <p:sp>
        <p:nvSpPr>
          <p:cNvPr id="11" name="TextBox 10"/>
          <p:cNvSpPr txBox="1"/>
          <p:nvPr/>
        </p:nvSpPr>
        <p:spPr>
          <a:xfrm>
            <a:off x="6671468" y="5184814"/>
            <a:ext cx="2158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Chance</a:t>
            </a:r>
            <a:endParaRPr lang="en-CA" dirty="0"/>
          </a:p>
        </p:txBody>
      </p:sp>
      <p:sp>
        <p:nvSpPr>
          <p:cNvPr id="12" name="Oval 11"/>
          <p:cNvSpPr/>
          <p:nvPr/>
        </p:nvSpPr>
        <p:spPr>
          <a:xfrm>
            <a:off x="4629150" y="4848225"/>
            <a:ext cx="247650" cy="21907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/>
          <p:cNvSpPr txBox="1"/>
          <p:nvPr/>
        </p:nvSpPr>
        <p:spPr>
          <a:xfrm>
            <a:off x="4914900" y="4572000"/>
            <a:ext cx="166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rand = 45</a:t>
            </a:r>
            <a:endParaRPr lang="en-CA" dirty="0">
              <a:solidFill>
                <a:srgbClr val="92D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1775" y="5888592"/>
            <a:ext cx="5010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</a:t>
            </a:r>
            <a:r>
              <a:rPr lang="en-US" dirty="0">
                <a:solidFill>
                  <a:srgbClr val="92D050"/>
                </a:solidFill>
              </a:rPr>
              <a:t>random number </a:t>
            </a:r>
            <a:r>
              <a:rPr lang="en-US" dirty="0"/>
              <a:t>&lt; 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chance</a:t>
            </a:r>
            <a:r>
              <a:rPr lang="en-US" dirty="0"/>
              <a:t>: success</a:t>
            </a:r>
            <a:br>
              <a:rPr lang="en-US" dirty="0"/>
            </a:br>
            <a:r>
              <a:rPr lang="en-US" dirty="0"/>
              <a:t>otherwise: failure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30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2" grpId="0" animBg="1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727" y="0"/>
            <a:ext cx="6234545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216" y="199499"/>
            <a:ext cx="9404723" cy="947457"/>
          </a:xfrm>
        </p:spPr>
        <p:txBody>
          <a:bodyPr/>
          <a:lstStyle/>
          <a:p>
            <a:r>
              <a:rPr lang="en-US" dirty="0"/>
              <a:t>Planning Process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52216" y="882171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FULL FLOW CHART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6208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5749</TotalTime>
  <Words>222</Words>
  <Application>Microsoft Office PowerPoint</Application>
  <PresentationFormat>Widescreen</PresentationFormat>
  <Paragraphs>31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Ion</vt:lpstr>
      <vt:lpstr>Computer Science 20</vt:lpstr>
      <vt:lpstr>Class Demo</vt:lpstr>
      <vt:lpstr>Planning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Weighted Probability</vt:lpstr>
      <vt:lpstr>Planning Process</vt:lpstr>
    </vt:vector>
  </TitlesOfParts>
  <Company>Saskatoon Public Schools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20</dc:title>
  <dc:creator>Scott, Stefan Graham (Stefan)</dc:creator>
  <cp:lastModifiedBy>Scott, Stefan</cp:lastModifiedBy>
  <cp:revision>220</cp:revision>
  <dcterms:created xsi:type="dcterms:W3CDTF">2016-08-31T14:32:10Z</dcterms:created>
  <dcterms:modified xsi:type="dcterms:W3CDTF">2021-04-27T15:27:40Z</dcterms:modified>
</cp:coreProperties>
</file>