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slide" Target="slides/slide6.xml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2445e55c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52445e55c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2445e55c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52445e55c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2445e55c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2445e55c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2445e55c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2445e55c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 only holds most recently entered user input value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2445e55c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2445e55c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code called in a function must complete before the next block will occur, so the “Hello” block will unreachable.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Functions a, b, and c cycle in continuous loop.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9075" y="798425"/>
            <a:ext cx="6450900" cy="384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75" y="1362649"/>
            <a:ext cx="8379650" cy="275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75" y="1362649"/>
            <a:ext cx="8379650" cy="275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137750" y="1683875"/>
            <a:ext cx="4635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6855675" y="1683875"/>
            <a:ext cx="4635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935500" y="3547525"/>
            <a:ext cx="4635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5017700" y="3547525"/>
            <a:ext cx="4635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7641875" y="1683875"/>
            <a:ext cx="463500" cy="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2772350" y="4634550"/>
            <a:ext cx="1544700" cy="29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175" y="-63162"/>
            <a:ext cx="804988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2767977" y="4547938"/>
            <a:ext cx="2436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user enters: 5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362525" y="1697275"/>
            <a:ext cx="1544700" cy="29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6358152" y="1610663"/>
            <a:ext cx="2436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user enters: 7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2772350" y="4634550"/>
            <a:ext cx="1544700" cy="29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2767977" y="4547938"/>
            <a:ext cx="2436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user enters: 5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362525" y="1697275"/>
            <a:ext cx="1544700" cy="29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6358152" y="1610663"/>
            <a:ext cx="2436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user enters: 7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5393327" y="3790200"/>
            <a:ext cx="4506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7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362527" y="3790200"/>
            <a:ext cx="4506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7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75" y="-215633"/>
            <a:ext cx="8294126" cy="490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400" y="152400"/>
            <a:ext cx="597675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167650" y="152400"/>
            <a:ext cx="22872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What will happen when the green flag is pressed?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